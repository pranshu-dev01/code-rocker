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94660"/>
  </p:normalViewPr>
  <p:slideViewPr>
    <p:cSldViewPr snapToGrid="0">
      <p:cViewPr>
        <p:scale>
          <a:sx n="75" d="100"/>
          <a:sy n="75" d="100"/>
        </p:scale>
        <p:origin x="384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it-IT" dirty="0"/>
              <a:t>Astra – AI Financial Decision Engine</a:t>
            </a:r>
            <a:endParaRPr lang="en-IN" b="1" dirty="0">
              <a:latin typeface="Montserrat" panose="000005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091091"/>
            <a:ext cx="864108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800" dirty="0"/>
              <a:t>Project Name: Astra – AI Financial Decision Engine</a:t>
            </a:r>
            <a:br>
              <a:rPr lang="en-IN" sz="2800" dirty="0"/>
            </a:br>
            <a:r>
              <a:rPr lang="en-IN" sz="2800" dirty="0"/>
              <a:t>Tagline: “Make smarter financial decisions before you act”</a:t>
            </a:r>
            <a:br>
              <a:rPr lang="en-IN" sz="2800" dirty="0"/>
            </a:br>
            <a:r>
              <a:rPr lang="en-IN" sz="2800" dirty="0"/>
              <a:t>Team Name: Code-Rockers</a:t>
            </a:r>
            <a:br>
              <a:rPr lang="en-IN" sz="2800" dirty="0"/>
            </a:br>
            <a:r>
              <a:rPr lang="en-IN" sz="2800" dirty="0"/>
              <a:t>Event: </a:t>
            </a:r>
            <a:r>
              <a:rPr lang="en-IN" sz="2800" dirty="0" err="1"/>
              <a:t>DevCraft</a:t>
            </a:r>
            <a:r>
              <a:rPr lang="en-IN" sz="2800" dirty="0"/>
              <a:t>: Simon’s Command Line</a:t>
            </a:r>
            <a:br>
              <a:rPr lang="en-IN" sz="2800" dirty="0"/>
            </a:br>
            <a:r>
              <a:rPr lang="en-IN" sz="2800" dirty="0"/>
              <a:t>Date: (Add your date)</a:t>
            </a:r>
            <a:br>
              <a:rPr lang="en-IN" sz="2800" dirty="0"/>
            </a:br>
            <a:r>
              <a:rPr lang="en-IN" sz="2800" dirty="0"/>
              <a:t>Domain: </a:t>
            </a:r>
            <a:r>
              <a:rPr lang="en-IN" sz="2800" dirty="0" err="1"/>
              <a:t>FinTech</a:t>
            </a:r>
            <a:r>
              <a:rPr lang="en-IN" sz="2800" dirty="0"/>
              <a:t> + AI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" y="18288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0581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C42E2-B03A-1F39-A18A-616A4BA03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03704"/>
            <a:ext cx="9144000" cy="403250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GB" dirty="0"/>
              <a:t>Many people, especially students and middle-class families, struggle with financial decisions such as:</a:t>
            </a:r>
          </a:p>
          <a:p>
            <a:pPr algn="l"/>
            <a:r>
              <a:rPr lang="en-GB" dirty="0"/>
              <a:t>Taking loans</a:t>
            </a:r>
          </a:p>
          <a:p>
            <a:pPr algn="l"/>
            <a:r>
              <a:rPr lang="en-GB" dirty="0"/>
              <a:t>Choosing investments</a:t>
            </a:r>
          </a:p>
          <a:p>
            <a:pPr algn="l"/>
            <a:r>
              <a:rPr lang="en-GB" dirty="0"/>
              <a:t>Managing expenses</a:t>
            </a:r>
          </a:p>
          <a:p>
            <a:pPr algn="l"/>
            <a:r>
              <a:rPr lang="en-GB" dirty="0"/>
              <a:t>Due to:</a:t>
            </a:r>
          </a:p>
          <a:p>
            <a:pPr algn="l"/>
            <a:r>
              <a:rPr lang="en-GB" dirty="0"/>
              <a:t>Lack of financial knowledge</a:t>
            </a:r>
          </a:p>
          <a:p>
            <a:pPr algn="l"/>
            <a:r>
              <a:rPr lang="en-GB" dirty="0"/>
              <a:t>Fear of risk</a:t>
            </a:r>
          </a:p>
          <a:p>
            <a:pPr algn="l"/>
            <a:r>
              <a:rPr lang="en-GB" dirty="0"/>
              <a:t>Overwhelming options</a:t>
            </a:r>
          </a:p>
          <a:p>
            <a:pPr algn="l"/>
            <a:r>
              <a:rPr lang="en-GB" dirty="0"/>
              <a:t>As a result, people either:</a:t>
            </a:r>
          </a:p>
          <a:p>
            <a:pPr algn="l"/>
            <a:r>
              <a:rPr lang="en-GB" dirty="0"/>
              <a:t>Avoid investing</a:t>
            </a:r>
          </a:p>
          <a:p>
            <a:pPr algn="l"/>
            <a:r>
              <a:rPr lang="en-GB" dirty="0"/>
              <a:t>Make poor financial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003236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Target Audience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717909"/>
            <a:ext cx="572945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and young professionals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First-time investors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Middle-class families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Non-finance background users </a:t>
            </a:r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01238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Existing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32734-F5D3-955D-986B-0A58CBD1B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57984"/>
            <a:ext cx="2261616" cy="3072384"/>
          </a:xfrm>
        </p:spPr>
        <p:txBody>
          <a:bodyPr>
            <a:noAutofit/>
          </a:bodyPr>
          <a:lstStyle/>
          <a:p>
            <a:pPr algn="l"/>
            <a:r>
              <a:rPr lang="en-GB" sz="2800" dirty="0"/>
              <a:t>Platforms like:</a:t>
            </a:r>
          </a:p>
          <a:p>
            <a:pPr algn="l"/>
            <a:r>
              <a:rPr lang="en-GB" sz="2800" dirty="0" err="1"/>
              <a:t>Groww</a:t>
            </a:r>
            <a:endParaRPr lang="en-GB" sz="2800" dirty="0"/>
          </a:p>
          <a:p>
            <a:pPr algn="l"/>
            <a:r>
              <a:rPr lang="en-GB" sz="2800" dirty="0" err="1"/>
              <a:t>Zerodha</a:t>
            </a:r>
            <a:endParaRPr lang="en-GB" sz="2800" dirty="0"/>
          </a:p>
          <a:p>
            <a:pPr algn="l"/>
            <a:r>
              <a:rPr lang="en-GB" sz="2800" dirty="0" err="1"/>
              <a:t>INDmoney</a:t>
            </a:r>
            <a:endParaRPr lang="en-GB" sz="2800" dirty="0"/>
          </a:p>
          <a:p>
            <a:pPr algn="l"/>
            <a:r>
              <a:rPr lang="en-GB" sz="2800" dirty="0"/>
              <a:t>Focus on:</a:t>
            </a:r>
          </a:p>
          <a:p>
            <a:pPr algn="l"/>
            <a:r>
              <a:rPr lang="en-GB" sz="2800" dirty="0"/>
              <a:t>Investing</a:t>
            </a:r>
          </a:p>
          <a:p>
            <a:pPr algn="l"/>
            <a:r>
              <a:rPr lang="en-GB" sz="2800" dirty="0"/>
              <a:t>Trading</a:t>
            </a:r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Gaps &amp; Opportunities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21978"/>
            <a:ext cx="518924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guidance before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interfaces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personalization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real-time decision analysis </a:t>
            </a:r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359305"/>
            <a:ext cx="7526867" cy="103759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Your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D9A0F-685D-2B29-DBD0-99378586E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734" y="1773238"/>
            <a:ext cx="4715933" cy="1655762"/>
          </a:xfrm>
        </p:spPr>
        <p:txBody>
          <a:bodyPr>
            <a:no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GB" sz="2800" dirty="0"/>
              <a:t>Astra – an AI-powered financial decision assistant that: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/>
              <a:t>Helps users </a:t>
            </a:r>
            <a:r>
              <a:rPr lang="en-GB" sz="2800" dirty="0" err="1"/>
              <a:t>analyze</a:t>
            </a:r>
            <a:r>
              <a:rPr lang="en-GB" sz="2800" dirty="0"/>
              <a:t> decisions before acting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/>
              <a:t>Provides risk evaluation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sz="2800" dirty="0"/>
              <a:t>Suggests smarter alternatives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561" y="2188106"/>
            <a:ext cx="6530039" cy="348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38665"/>
            <a:ext cx="6366933" cy="965095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Key Features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06400" y="1893560"/>
            <a:ext cx="430953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🎤 Voice-based financial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🧠 AI Decision Analyzer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📊 Risk scoring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🎯 Goal-based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🔐 Privacy-first (user-triggered data only)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</a:rPr>
              <a:t>📈 Decision history tracking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34" y="2031330"/>
            <a:ext cx="6671734" cy="325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957516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System Architecture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357"/>
          <a:stretch/>
        </p:blipFill>
        <p:spPr>
          <a:xfrm>
            <a:off x="282721" y="1609344"/>
            <a:ext cx="5745546" cy="45035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94" r="1664"/>
          <a:stretch/>
        </p:blipFill>
        <p:spPr>
          <a:xfrm>
            <a:off x="6251721" y="2091266"/>
            <a:ext cx="5532711" cy="258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Tech Stack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21978"/>
            <a:ext cx="544732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 React, Tailwind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 Node.js / Flask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AI: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/ LLM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 MongoDB / Firebase </a:t>
            </a:r>
          </a:p>
        </p:txBody>
      </p:sp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Workflow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306535"/>
            <a:ext cx="590418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inputs financial scenario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processes and extracts key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evaluates risk and impact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provides recommendation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shown in dashboard </a:t>
            </a:r>
          </a:p>
        </p:txBody>
      </p:sp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Impact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21978"/>
            <a:ext cx="5808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financial literacy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bad financial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smart investing habits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 financial confidence </a:t>
            </a:r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039812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Future Scope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21978"/>
            <a:ext cx="545053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language AI assistant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banking APIs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financial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financial coaching </a:t>
            </a:r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4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1346934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Team Info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A35DE3-EB13-2BDB-C6EF-256EC4ACC7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80360" y="3691256"/>
            <a:ext cx="5494821" cy="147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PRANSHU DEV :-  FRONTEND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MOKSHITH :- BACKEND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JAGANNADA KAILASH :- PPT MAKER 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1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PAVAN R :- MINI TASKS SOLVER AND RESEARCH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258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Open sans</vt:lpstr>
      <vt:lpstr>Office Theme</vt:lpstr>
      <vt:lpstr>Astra – AI Financial Decision Engine</vt:lpstr>
      <vt:lpstr>Problem Statement</vt:lpstr>
      <vt:lpstr>Target Audience</vt:lpstr>
      <vt:lpstr>Existing Solutions</vt:lpstr>
      <vt:lpstr>Gaps &amp; Opportunities</vt:lpstr>
      <vt:lpstr>Your Solution</vt:lpstr>
      <vt:lpstr>Key Features</vt:lpstr>
      <vt:lpstr>System Architecture</vt:lpstr>
      <vt:lpstr>Tech Stack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 Pranav</dc:creator>
  <cp:lastModifiedBy>Acer</cp:lastModifiedBy>
  <cp:revision>26</cp:revision>
  <dcterms:created xsi:type="dcterms:W3CDTF">2026-04-04T11:36:02Z</dcterms:created>
  <dcterms:modified xsi:type="dcterms:W3CDTF">2026-04-06T09:58:02Z</dcterms:modified>
</cp:coreProperties>
</file>